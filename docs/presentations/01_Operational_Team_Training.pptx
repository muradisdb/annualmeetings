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952377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IsDB Annual Meetings Hospitality System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251677"/>
            <a:ext cx="4952377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Operational Team Training Guide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4391620"/>
            <a:ext cx="2534245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Annual Meetings 2026 |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2420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381241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One platform connects every team on event day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565877"/>
            <a:ext cx="238124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Hospitality System is your single operational hub during the Annual Meetings.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285916"/>
            <a:ext cx="238124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replaces manual coordination, phone calls, and spreadsheets with a live, role-aware dashboard that every team member can access from any device.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524241" y="985838"/>
            <a:ext cx="24383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Airport Team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24241" y="1228725"/>
            <a:ext cx="228242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Tracks arrivals and updates guest journey status in real time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34081" y="985838"/>
            <a:ext cx="2438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Transport Team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34081" y="1228725"/>
            <a:ext cx="2223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Manages the vehicle fleet and dispatches drivers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524241" y="1857375"/>
            <a:ext cx="24383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Hotel Team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24241" y="2100263"/>
            <a:ext cx="2016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Monitors check-ins and manages the arrivals queue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34081" y="1857375"/>
            <a:ext cx="2438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Liaison Officers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134081" y="2100263"/>
            <a:ext cx="20484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View their assigned guests and escort details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524241" y="2728913"/>
            <a:ext cx="24383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Control Room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24241" y="2971800"/>
            <a:ext cx="19663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Sees the full picture across all teams simultaneously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13764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933612"/>
            <a:ext cx="8001000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Every role has a tailored view — no clutter, no confusion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960109"/>
            <a:ext cx="8001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When you log in, the system shows only the screens and actions relevant to your role. You cannot accidentally change something outside your responsibility.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226506"/>
            <a:ext cx="1276331" cy="27230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ROLE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19281" y="2226506"/>
            <a:ext cx="2552719" cy="27230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PRIMARY DASHBOARD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743450" y="2226506"/>
            <a:ext cx="3829050" cy="27230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KEY ACTIONS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2613106"/>
            <a:ext cx="1276331" cy="327664"/>
          </a:xfrm>
          <a:prstGeom prst="rect">
            <a:avLst/>
          </a:prstGeom>
          <a:noFill/>
          <a:ln/>
        </p:spPr>
        <p:txBody>
          <a:bodyPr wrap="non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Airport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019281" y="2613106"/>
            <a:ext cx="2552719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Flight Board + Arrivals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43450" y="2613106"/>
            <a:ext cx="3829050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Update inbound status, mark embassy receipt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3055069"/>
            <a:ext cx="1276331" cy="327664"/>
          </a:xfrm>
          <a:prstGeom prst="rect">
            <a:avLst/>
          </a:prstGeom>
          <a:noFill/>
          <a:ln/>
        </p:spPr>
        <p:txBody>
          <a:bodyPr wrap="non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Transport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019281" y="3055069"/>
            <a:ext cx="2552719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Fleet Board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43450" y="3055069"/>
            <a:ext cx="3829050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Assign/unassign vehicles, manage drivers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1500" y="3497033"/>
            <a:ext cx="1276331" cy="327664"/>
          </a:xfrm>
          <a:prstGeom prst="rect">
            <a:avLst/>
          </a:prstGeom>
          <a:noFill/>
          <a:ln/>
        </p:spPr>
        <p:txBody>
          <a:bodyPr wrap="non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Hotel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019281" y="3497033"/>
            <a:ext cx="2552719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Hotel Queue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43450" y="3497033"/>
            <a:ext cx="3829050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Update hotel status, manage check-outs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1500" y="3938997"/>
            <a:ext cx="1276331" cy="327664"/>
          </a:xfrm>
          <a:prstGeom prst="rect">
            <a:avLst/>
          </a:prstGeom>
          <a:noFill/>
          <a:ln/>
        </p:spPr>
        <p:txBody>
          <a:bodyPr wrap="non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Liaison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019281" y="3938997"/>
            <a:ext cx="2552719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My Guests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43450" y="3938997"/>
            <a:ext cx="3829050" cy="327664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View guest details and escort info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71500" y="4380960"/>
            <a:ext cx="1276331" cy="327692"/>
          </a:xfrm>
          <a:prstGeom prst="rect">
            <a:avLst/>
          </a:prstGeom>
          <a:noFill/>
          <a:ln/>
        </p:spPr>
        <p:txBody>
          <a:bodyPr wrap="non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Control Room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019281" y="4380960"/>
            <a:ext cx="2552719" cy="327692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Ops Overview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43450" y="4380960"/>
            <a:ext cx="3829050" cy="327692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 all teams, view all statuses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71500" y="4822952"/>
            <a:ext cx="1276331" cy="320548"/>
          </a:xfrm>
          <a:prstGeom prst="rect">
            <a:avLst/>
          </a:prstGeom>
          <a:noFill/>
          <a:ln/>
        </p:spPr>
        <p:txBody>
          <a:bodyPr wrap="non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Admin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019281" y="4822952"/>
            <a:ext cx="2552719" cy="3205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 of the above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743450" y="4822952"/>
            <a:ext cx="3829050" cy="3205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Configure system, manage users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9599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081703" y="0"/>
            <a:ext cx="14288" cy="51435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509586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Getting started takes less than 30 seconds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074409"/>
            <a:ext cx="509586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 your browser and navigate to the system URL provided by your supervisor. Enter your email address and password. The system will remember your session for 8 hours — you will not need to log in again during your shift.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908749"/>
            <a:ext cx="57150" cy="571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851599"/>
            <a:ext cx="5095866" cy="3657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you forget your password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contact your Admin immediately — there is no self-service reset.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1500" y="2445925"/>
            <a:ext cx="57150" cy="571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388775"/>
            <a:ext cx="5095866" cy="1828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 not share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your login credentials with anyone.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1500" y="2800238"/>
            <a:ext cx="57150" cy="571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743088"/>
            <a:ext cx="5095866" cy="1828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Always log out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when leaving a shared device.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1"/>
          <p:cNvSpPr/>
          <p:nvPr/>
        </p:nvSpPr>
        <p:spPr>
          <a:xfrm>
            <a:off x="6381741" y="1585020"/>
            <a:ext cx="2476481" cy="1973461"/>
          </a:xfrm>
          <a:prstGeom prst="rect">
            <a:avLst/>
          </a:prstGeom>
          <a:solidFill>
            <a:srgbClr val="FFFFFF"/>
          </a:solidFill>
          <a:ln w="18288">
            <a:solidFill>
              <a:srgbClr val="0A19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10341" y="1827907"/>
            <a:ext cx="20192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System Login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04798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033694" y="0"/>
            <a:ext cx="1428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190731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Everything you need is visible at a glance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565877"/>
            <a:ext cx="219073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After login you land on your role's dashboard. The layout is consistent across all roles, ensuring you can find what you need instantly.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333731" y="800100"/>
            <a:ext cx="57150" cy="571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3505181" y="742950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Top bar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05181" y="1048345"/>
            <a:ext cx="316646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Your name, role badge, notification bell, and logout button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33731" y="1497313"/>
            <a:ext cx="57150" cy="571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3505181" y="1440163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Left sidebar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05181" y="1745559"/>
            <a:ext cx="34968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Navigation menu — only items relevant to your role appear here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33731" y="2194527"/>
            <a:ext cx="57150" cy="571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3505181" y="2137377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Main area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05181" y="2442772"/>
            <a:ext cx="2819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Your live operational dashboard with real-time data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333731" y="2891740"/>
            <a:ext cx="57150" cy="571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3505181" y="2834590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Notification bell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05181" y="3139985"/>
            <a:ext cx="33414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Flashes when a new alert or message is broadcast to your role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33731" y="3760403"/>
            <a:ext cx="4000500" cy="6286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3333731" y="3760403"/>
            <a:ext cx="28575" cy="6286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3333731" y="3760403"/>
            <a:ext cx="4000500" cy="6286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refreshes automatically — you do not need to reload the page.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7157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73011"/>
            <a:ext cx="8001000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Every VIP moves through five clear stages on arrival day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1500" y="1565904"/>
            <a:ext cx="2666991" cy="35775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24203" y="1565904"/>
            <a:ext cx="14288" cy="357759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565904"/>
            <a:ext cx="238124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inbound journey has five sequential statuses. Only the Airport Team and Admin can advance a guest through these stages.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4473466"/>
            <a:ext cx="2381241" cy="67003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666666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status change is logged with a timestamp and the name of the staff member who made the update.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524241" y="1565904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81441" y="1623054"/>
            <a:ext cx="2298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Pending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81441" y="1824865"/>
            <a:ext cx="22985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registered; not yet arrived at airport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24241" y="2359837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81441" y="2416987"/>
            <a:ext cx="28396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Flight Landed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81441" y="2618798"/>
            <a:ext cx="283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Flight confirmed landed; guest expected at terminal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524241" y="3153770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81441" y="3210920"/>
            <a:ext cx="24467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Received by Embassy Team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81441" y="3412731"/>
            <a:ext cx="2446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met at airport by liaison/embassy staff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524241" y="3947703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81441" y="4004853"/>
            <a:ext cx="20859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Vehicle Assigned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981441" y="4206664"/>
            <a:ext cx="2085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Transport team has assigned a vehicle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524241" y="4741636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981441" y="4798786"/>
            <a:ext cx="17859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At Hotel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81441" y="5000597"/>
            <a:ext cx="1785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has checked in at the hotel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0"/>
            <a:ext cx="1428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3714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Flight Board is your real-time arrival command center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291568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Flight Board shows all incoming flights for the event. Each row displays: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2950" y="1828744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Flight number and airline logo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42950" y="2097332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Origin city and country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2950" y="2365921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Scheduled arrival time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2950" y="2634509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Live status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(On Time / Delayed / Landed) updated automatically from Aviationstack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2950" y="3085960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Number of guests on that flight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2950" y="3354549"/>
            <a:ext cx="3543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 inbound status of those guests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57750" y="571500"/>
            <a:ext cx="2476481" cy="10876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4857750" y="571500"/>
            <a:ext cx="57150" cy="108763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742950"/>
            <a:ext cx="21335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DELAYED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973336"/>
            <a:ext cx="21335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When a flight shows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Delayed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the 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automatically highlights it in 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amber.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57750" y="1830586"/>
            <a:ext cx="2476481" cy="10876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4857750" y="1830586"/>
            <a:ext cx="57150" cy="108763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2002036"/>
            <a:ext cx="21335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LANDED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2232422"/>
            <a:ext cx="21335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When it shows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Landed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it turns green 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— your cue to begin updating guest 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statuses.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09586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Three taps to confirm a guest has arrived safely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291568"/>
            <a:ext cx="509586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 update a guest's inbound status: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17030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 the guest on the Arrivals list (search by name or flight number)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20459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 the guest row to open their profile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3888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Update Status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select the new stage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7317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 a note if needed (e.g., "Guest requested wheelchair assistance")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0746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Save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16744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16744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20173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0173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71500" y="23602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23602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1500" y="27031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27031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71500" y="30460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" y="30460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381741" y="700088"/>
            <a:ext cx="24764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INSTANT VISIBILITY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81741" y="959048"/>
            <a:ext cx="24764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Transport Team and Control Room will see this update instantly on their screens — no phone call needed.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381741" y="1921976"/>
            <a:ext cx="24764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81741" y="2180937"/>
            <a:ext cx="24764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Always update status in order.</a:t>
            </a:r>
            <a:r>
              <a:rPr lang="en-US" sz="8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You cannot </a:t>
            </a:r>
            <a:r>
              <a:rPr lang="en-US" sz="8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skip from Pending directly to Vehicle </a:t>
            </a:r>
            <a:r>
              <a:rPr lang="en-US" sz="8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4000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3714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Mark the embassy handoff to close the airport loop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348718"/>
            <a:ext cx="3714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When a guest has been physically received by the Embassy or 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Protocol team at the airport, tick the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Received by Embassy Team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checkbox on their profile.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068757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is separate from the inbound status and signals to the Control Room that the airport handoff is complete.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2720234"/>
            <a:ext cx="3714750" cy="6286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720234"/>
            <a:ext cx="28575" cy="6286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720234"/>
            <a:ext cx="3714750" cy="6286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This checkbox is visible to all roles but can only be checked by the Airport Team and Admin.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57750" y="1953816"/>
            <a:ext cx="3714750" cy="1807369"/>
          </a:xfrm>
          <a:prstGeom prst="rect">
            <a:avLst/>
          </a:prstGeom>
          <a:solidFill>
            <a:srgbClr val="FFFFFF"/>
          </a:solidFill>
          <a:ln w="18288">
            <a:solidFill>
              <a:srgbClr val="0A19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43500" y="2253853"/>
            <a:ext cx="3143250" cy="33575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GUEST PROFILE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43500" y="2818209"/>
            <a:ext cx="3143250" cy="642938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14950" y="2996803"/>
            <a:ext cx="285750" cy="285750"/>
          </a:xfrm>
          <a:prstGeom prst="rect">
            <a:avLst/>
          </a:prstGeom>
          <a:solidFill>
            <a:srgbClr val="FF6B35"/>
          </a:solidFill>
          <a:ln w="18288">
            <a:solidFill>
              <a:srgbClr val="0A192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3053953"/>
            <a:ext cx="171450" cy="1714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72150" y="3053060"/>
            <a:ext cx="19913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Received by Embassy Team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4000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3714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See every vehicle's status at a glance before dispatching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291568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Fleet Board shows all vehicles in the pool. Each vehicle card displays: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885894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828744"/>
            <a:ext cx="3714750" cy="1828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Plate number, make, model, and color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" y="2183057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125907"/>
            <a:ext cx="3714750" cy="3657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Car Class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(e.g., VIP Sedan, Standard SUV) shown as a colored badge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1500" y="2663084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605934"/>
            <a:ext cx="3714750" cy="1828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 status: Available, Assigned, or Out of Service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1500" y="2960247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903097"/>
            <a:ext cx="3714750" cy="1828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Currently assigned guest name (if assigned)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1500" y="3257410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200260"/>
            <a:ext cx="3714750" cy="1828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Driver name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71500" y="3668874"/>
            <a:ext cx="3714750" cy="5143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3668874"/>
            <a:ext cx="28575" cy="5143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3668874"/>
            <a:ext cx="3714750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Only vehicles with status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Available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can be assigned to a new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guest.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857750" y="1611809"/>
            <a:ext cx="3714750" cy="71616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Shape 18"/>
          <p:cNvSpPr/>
          <p:nvPr/>
        </p:nvSpPr>
        <p:spPr>
          <a:xfrm>
            <a:off x="4857750" y="1611809"/>
            <a:ext cx="57150" cy="716161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1783259"/>
            <a:ext cx="33718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0" y="2013645"/>
            <a:ext cx="3371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Vehicle is ready to be assigned to a guest.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857750" y="2499420"/>
            <a:ext cx="3714750" cy="71616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5" name="Shape 22"/>
          <p:cNvSpPr/>
          <p:nvPr/>
        </p:nvSpPr>
        <p:spPr>
          <a:xfrm>
            <a:off x="4857750" y="2499420"/>
            <a:ext cx="57150" cy="716161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0" y="2670870"/>
            <a:ext cx="33718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ASSIGNED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0" y="2901255"/>
            <a:ext cx="3371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Vehicle is currently dispatched with a guest.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57750" y="3387030"/>
            <a:ext cx="3714750" cy="71616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9" name="Shape 26"/>
          <p:cNvSpPr/>
          <p:nvPr/>
        </p:nvSpPr>
        <p:spPr>
          <a:xfrm>
            <a:off x="4857750" y="3387030"/>
            <a:ext cx="57150" cy="716161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0" y="3558480"/>
            <a:ext cx="33718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OUT OF SERVICE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0" y="3788866"/>
            <a:ext cx="3371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Vehicle is unavailable (e.g., maintenance, driver off duty).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09586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system enforces car class rules so you never assign the wrong vehicle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291568"/>
            <a:ext cx="509586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 assign a vehicle to a guest: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17030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 the guest's profile from the Arrivals list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20459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Assign Vehicle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3888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system shows only vehicles that match the guest's entitled car class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7317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 the vehicle and confirm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074631"/>
            <a:ext cx="5095866" cy="342900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vehicle status changes to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Assigned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the guest status advances to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Vehicle Assigned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16744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16744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20173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0173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71500" y="23602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23602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1500" y="27031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27031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71500" y="30460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" y="30460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381741" y="700088"/>
            <a:ext cx="24764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MISSING CAR CLASS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81741" y="959048"/>
            <a:ext cx="247648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a guest's car class is not set, the system will </a:t>
            </a:r>
            <a:r>
              <a:rPr lang="en-US" sz="8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warn you before allowing assignment.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Always resolve this with the Admin before proceeding.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09586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Reassigning a vehicle takes seconds and leaves a full audit trail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291568"/>
            <a:ext cx="509586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a vehicle needs to be reassigned (e.g., breakdown, guest change):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17030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 the currently assigned vehicle or guest profile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20459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Unassign Vehicle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3888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vehicle returns to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Available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status immediately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731731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 a new vehicle using the standard process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6744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6744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71500" y="20173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0173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1500" y="23602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3602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1500" y="2703156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27031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81741" y="2378199"/>
            <a:ext cx="2476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81741" y="2699668"/>
            <a:ext cx="247648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Every assignment and unassignment is recorded with a timestamp and staff name. The history is always visible on the guest profile.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4000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3714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Hotel Queue shows who is on their way and who has arrived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565877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Hotel Queue lists all guests whose inbound status is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Vehicle Assigned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meaning they are en route to the hotel.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103053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When a guest arrives at the hotel, you will process their check-in directly from this queue.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4286250"/>
            <a:ext cx="3714750" cy="8572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4286250"/>
            <a:ext cx="28575" cy="8572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4286250"/>
            <a:ext cx="3714750" cy="8572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guest's status advances to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At Hotel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and they move off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active queue. The Control Room sees this update in real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time.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57750" y="68580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0" y="6858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57800" y="742950"/>
            <a:ext cx="31253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 them in the queue (sorted by estimated arrival time)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57750" y="120015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4857750" y="12001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57800" y="1257300"/>
            <a:ext cx="2768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534620" y="1257300"/>
            <a:ext cx="4947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Check In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857750" y="171450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17145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257800" y="1771650"/>
            <a:ext cx="19055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 their room number if known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857750" y="222885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4857750" y="22288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257800" y="2286000"/>
            <a:ext cx="2768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534620" y="2286000"/>
            <a:ext cx="471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Confirm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7157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73011"/>
            <a:ext cx="8001000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Departure management starts at the hotel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1500" y="1565904"/>
            <a:ext cx="2666991" cy="35775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24203" y="1565904"/>
            <a:ext cx="14288" cy="357759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565904"/>
            <a:ext cx="238124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When a guest is preparing to depart, the Hotel Team updates their outbound status.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2045931"/>
            <a:ext cx="238124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outbound journey mirrors the inbound journey in reverse.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71500" y="4371975"/>
            <a:ext cx="2381241" cy="7715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4371975"/>
            <a:ext cx="28575" cy="77152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4371975"/>
            <a:ext cx="2381241" cy="771525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Hotel Team is responsible for the first two stages. Transport handles stages 3 and 4.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24241" y="1565904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81441" y="1623054"/>
            <a:ext cx="19984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Pending Departure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81441" y="1824865"/>
            <a:ext cx="19984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has not yet requested a shuttle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524241" y="2624491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81441" y="2681641"/>
            <a:ext cx="27449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Shuttle Requested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81441" y="2883452"/>
            <a:ext cx="27449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submitted a departure request via the portal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524241" y="3683078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81441" y="3740228"/>
            <a:ext cx="26503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Vehicle Assigned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981441" y="3942038"/>
            <a:ext cx="2650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Transport team has assigned a departure vehicle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524241" y="4741664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981441" y="4798814"/>
            <a:ext cx="12519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Departed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81441" y="5000625"/>
            <a:ext cx="12519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has left the hotel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4000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3714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Your dashboard shows only the guests assigned to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291568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 a Liaison Officer, your dashboard displays the full profile of every guest you are responsible for escorting.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4286250"/>
            <a:ext cx="3714750" cy="8572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4286250"/>
            <a:ext cx="28575" cy="8572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4286250"/>
            <a:ext cx="3714750" cy="8572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You cannot change statuses — your role is to stay informed and coordinate with the Airport and Transport teams using this information.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857750" y="685800"/>
            <a:ext cx="37147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 each guest you can see: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57750" y="1097263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0" y="1040113"/>
            <a:ext cx="3714750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name, title, organization, and photo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57750" y="1440163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0" y="1383013"/>
            <a:ext cx="3714750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Flight details (arrival flight number, scheduled time, live status)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857750" y="1783063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3"/>
          <p:cNvSpPr/>
          <p:nvPr/>
        </p:nvSpPr>
        <p:spPr>
          <a:xfrm>
            <a:off x="4857750" y="1725913"/>
            <a:ext cx="3714750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Hotel name and room number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57750" y="2125963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5"/>
          <p:cNvSpPr/>
          <p:nvPr/>
        </p:nvSpPr>
        <p:spPr>
          <a:xfrm>
            <a:off x="4857750" y="2068813"/>
            <a:ext cx="3714750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Your name and car number as displayed on the guest's placard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857750" y="2468863"/>
            <a:ext cx="57150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Text 17"/>
          <p:cNvSpPr/>
          <p:nvPr/>
        </p:nvSpPr>
        <p:spPr>
          <a:xfrm>
            <a:off x="4857750" y="2411713"/>
            <a:ext cx="3714750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 inbound status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2420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381241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Control Room sees everything — across all teams, in real time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840185"/>
            <a:ext cx="238124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Control Room dashboard is the highest-level operational view. It aggregates data from every team into a single, comprehensive picture.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4286250"/>
            <a:ext cx="2381241" cy="8572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4286250"/>
            <a:ext cx="28575" cy="8572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4286250"/>
            <a:ext cx="2381241" cy="8572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Control Room does not need to contact individual teams for status — everything is visible here.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24241" y="814388"/>
            <a:ext cx="2381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SUMMARY CARDS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4241" y="1044773"/>
            <a:ext cx="2381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guests, arrived today, pending, at hotel, departed.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1231" y="814388"/>
            <a:ext cx="23812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LIVE FLIGHT BOARD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91231" y="1044773"/>
            <a:ext cx="23812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 flights with real-time delay information from Aviationstack.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524241" y="1802011"/>
            <a:ext cx="2381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TEAM ACTIVITY FEED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24241" y="2032397"/>
            <a:ext cx="2381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Recent status updates and vehicle assignments from all teams.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91231" y="1802011"/>
            <a:ext cx="23812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ALERT PANEL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91231" y="2032397"/>
            <a:ext cx="23812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Any unresolved sync alerts or operational issues requiring attention.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524241" y="2789634"/>
            <a:ext cx="2381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HOTEL SUMMARY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24241" y="3020020"/>
            <a:ext cx="2381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Breakdown by hotel of guests checked in vs. expected.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2420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381241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Critical alerts appear instantly — you will never miss an urgent update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840185"/>
            <a:ext cx="238124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system broadcasts notifications to specific roles. When a notification is sent to your role, the bell icon in the top bar shows a red badge with the count.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3943350"/>
            <a:ext cx="2381241" cy="12001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3943350"/>
            <a:ext cx="28575" cy="1200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943350"/>
            <a:ext cx="2381241" cy="12001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Click the bell to view all notifications. Click a notification to mark it as read. Unread notifications remain visible until acknowledged.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524241" y="1568053"/>
            <a:ext cx="5048259" cy="5161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24241" y="1568053"/>
            <a:ext cx="57150" cy="516136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2" name="Text 9"/>
          <p:cNvSpPr/>
          <p:nvPr/>
        </p:nvSpPr>
        <p:spPr>
          <a:xfrm>
            <a:off x="3695691" y="1739503"/>
            <a:ext cx="1143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38691" y="1754684"/>
            <a:ext cx="3562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Flight diverted, VIP not received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524241" y="2255639"/>
            <a:ext cx="5048259" cy="5161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2"/>
          <p:cNvSpPr/>
          <p:nvPr/>
        </p:nvSpPr>
        <p:spPr>
          <a:xfrm>
            <a:off x="3524241" y="2255639"/>
            <a:ext cx="57150" cy="51613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6" name="Text 13"/>
          <p:cNvSpPr/>
          <p:nvPr/>
        </p:nvSpPr>
        <p:spPr>
          <a:xfrm>
            <a:off x="3695691" y="2427089"/>
            <a:ext cx="1143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38691" y="2442270"/>
            <a:ext cx="3562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Flight delayed &gt;60 min, vehicle breakdown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524241" y="2943225"/>
            <a:ext cx="5048259" cy="5161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Shape 16"/>
          <p:cNvSpPr/>
          <p:nvPr/>
        </p:nvSpPr>
        <p:spPr>
          <a:xfrm>
            <a:off x="3524241" y="2943225"/>
            <a:ext cx="57150" cy="516136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0" name="Text 17"/>
          <p:cNvSpPr/>
          <p:nvPr/>
        </p:nvSpPr>
        <p:spPr>
          <a:xfrm>
            <a:off x="3695691" y="3114675"/>
            <a:ext cx="1143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10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MEDIUM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38691" y="3129855"/>
            <a:ext cx="3562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room change, itinerary update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524241" y="3630811"/>
            <a:ext cx="5048259" cy="5161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20"/>
          <p:cNvSpPr/>
          <p:nvPr/>
        </p:nvSpPr>
        <p:spPr>
          <a:xfrm>
            <a:off x="3524241" y="3630811"/>
            <a:ext cx="57150" cy="51613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4" name="Text 21"/>
          <p:cNvSpPr/>
          <p:nvPr/>
        </p:nvSpPr>
        <p:spPr>
          <a:xfrm>
            <a:off x="3695691" y="3802261"/>
            <a:ext cx="1143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LOW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38691" y="3817441"/>
            <a:ext cx="3562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General information, reminders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09586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Generate a personalized welcome placard in one click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291568"/>
            <a:ext cx="509586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Welcome placards are printed for VIP guests to be held at the airport by their liaison officer. To generate a placard: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1885894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 the guest's profile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2228794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 </a:t>
            </a: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Print Placard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571694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printable PDF opens in a new tab with the guest's name, title, and the event logo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914594"/>
            <a:ext cx="5095866" cy="171450"/>
          </a:xfrm>
          <a:prstGeom prst="rect">
            <a:avLst/>
          </a:prstGeom>
          <a:noFill/>
          <a:ln/>
        </p:spPr>
        <p:txBody>
          <a:bodyPr wrap="none" lIns="40817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Print directly from the browser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857319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8573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71500" y="2200219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2002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1500" y="2543119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5431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1500" y="2886019"/>
            <a:ext cx="228600" cy="228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28860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81741" y="2275340"/>
            <a:ext cx="2476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PREREQUISITE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81741" y="2596809"/>
            <a:ext cx="247648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Placards are only available for guests </a:t>
            </a:r>
            <a:r>
              <a:rPr lang="en-US" sz="9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whose liaison officer information is </a:t>
            </a:r>
            <a:r>
              <a:rPr lang="en-US" sz="9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complete. If the placard button is greyed </a:t>
            </a:r>
            <a:r>
              <a:rPr lang="en-US" sz="9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out, check that the </a:t>
            </a:r>
            <a:r>
              <a:rPr lang="en-US" sz="9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Liaison Officer Name</a:t>
            </a:r>
            <a:r>
              <a:rPr lang="en-US" sz="9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field is filled in.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2420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381241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Guests request their own departure shuttles via the portal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840185"/>
            <a:ext cx="238124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Instead of calling the front desk or coordinating through liaison officers, guests scan a QR code in their room to access the self-service Departure Portal.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38491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891194" y="571500"/>
            <a:ext cx="14288" cy="4572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6"/>
          <p:cNvSpPr/>
          <p:nvPr/>
        </p:nvSpPr>
        <p:spPr>
          <a:xfrm>
            <a:off x="3524241" y="571500"/>
            <a:ext cx="2095491" cy="27860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GUEST VIEW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24241" y="1021556"/>
            <a:ext cx="2095491" cy="34290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scans QR code to open portal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524241" y="1535906"/>
            <a:ext cx="2095491" cy="34290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Enters their Registration ID to authenticate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524241" y="2050256"/>
            <a:ext cx="2095491" cy="34290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Selects their requested pickup time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24241" y="2564606"/>
            <a:ext cx="2095491" cy="171450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Clicks Confirm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524241" y="1007269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3524241" y="10072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524241" y="1521619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3524241" y="15216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524241" y="2035969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3524241" y="20359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524241" y="2550319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3524241" y="25503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191231" y="571500"/>
            <a:ext cx="2381269" cy="27860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TRANSPORT VIEW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91231" y="1021556"/>
            <a:ext cx="238126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request appears instantly on the </a:t>
            </a:r>
            <a:r>
              <a:rPr lang="en-US" sz="800" b="1" dirty="0">
                <a:solidFill>
                  <a:srgbClr val="3333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Departure Queue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dashboard.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191231" y="1615883"/>
            <a:ext cx="2381269" cy="105727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191231" y="1615883"/>
            <a:ext cx="28575" cy="105727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6" name="Text 23"/>
          <p:cNvSpPr/>
          <p:nvPr/>
        </p:nvSpPr>
        <p:spPr>
          <a:xfrm>
            <a:off x="6191231" y="1615883"/>
            <a:ext cx="2381269" cy="1057275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You assign a vehicle to a departure request exactly the same way you assign one for an arrival. The system enforces the same car class rules.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2420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571500"/>
            <a:ext cx="2381241" cy="251817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571500"/>
            <a:ext cx="2381241" cy="25181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SCENARIO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71500" y="994767"/>
            <a:ext cx="238124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Flight SV123 is delayed by 2 hours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1714835"/>
            <a:ext cx="238124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the system handles this automatically and how teams respond without needing to call each other.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31397" y="685800"/>
            <a:ext cx="14288" cy="30932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7"/>
          <p:cNvSpPr/>
          <p:nvPr/>
        </p:nvSpPr>
        <p:spPr>
          <a:xfrm>
            <a:off x="3524241" y="685800"/>
            <a:ext cx="228600" cy="2286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4241" y="685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867141" y="685800"/>
            <a:ext cx="4705359" cy="201811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System (Automatic)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67141" y="944761"/>
            <a:ext cx="4705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Aviationstack detects the delay. The Flight Board updates to Amber and shows the new ETA.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524241" y="1516261"/>
            <a:ext cx="228600" cy="2286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4241" y="151626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867141" y="1516261"/>
            <a:ext cx="4705359" cy="201811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Airport Team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67141" y="1775222"/>
            <a:ext cx="4705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Sees the delay on the board. No immediate action needed, but they know not to expect the guest yet.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524241" y="2346722"/>
            <a:ext cx="228600" cy="2286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24241" y="234672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867141" y="2346722"/>
            <a:ext cx="4705359" cy="201811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Transport Team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67141" y="2605683"/>
            <a:ext cx="4705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Sees the delay. They can choose to unassign the vehicle if it's needed elsewhere, or leave it assigned.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524241" y="3177183"/>
            <a:ext cx="228600" cy="2286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4241" y="317718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3867141" y="3177183"/>
            <a:ext cx="4705359" cy="201811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Hotel Team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867141" y="3436144"/>
            <a:ext cx="4705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Sees the new ETA in the Arrivals Queue and adjusts room preparation timing accordingly.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04798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033694" y="0"/>
            <a:ext cx="1428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190731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Real-World Scenario: Vehicle Breakdown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565877"/>
            <a:ext cx="21907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the system handles a rapid reassignment when a vehicle breaks down en route to the airport.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333731" y="685800"/>
            <a:ext cx="285750" cy="2857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8" name="Text 5"/>
          <p:cNvSpPr/>
          <p:nvPr/>
        </p:nvSpPr>
        <p:spPr>
          <a:xfrm>
            <a:off x="3333731" y="6858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33781" y="742950"/>
            <a:ext cx="26789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Driver reports breakdown to the Transport Team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33731" y="1200150"/>
            <a:ext cx="285750" cy="2857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8"/>
          <p:cNvSpPr/>
          <p:nvPr/>
        </p:nvSpPr>
        <p:spPr>
          <a:xfrm>
            <a:off x="3333731" y="120015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33781" y="1257300"/>
            <a:ext cx="2443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Transport Team marks the broken vehicle as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76944" y="1257300"/>
            <a:ext cx="789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Out of Service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333731" y="1714500"/>
            <a:ext cx="285750" cy="2857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5" name="Text 12"/>
          <p:cNvSpPr/>
          <p:nvPr/>
        </p:nvSpPr>
        <p:spPr>
          <a:xfrm>
            <a:off x="3333731" y="17145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33781" y="1771650"/>
            <a:ext cx="29217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Transport Team unassigns the vehicle from the guest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333731" y="2257425"/>
            <a:ext cx="285750" cy="2857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5"/>
          <p:cNvSpPr/>
          <p:nvPr/>
        </p:nvSpPr>
        <p:spPr>
          <a:xfrm>
            <a:off x="3333731" y="22574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733781" y="2228850"/>
            <a:ext cx="13910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Transport Team assigns a new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124803" y="2314575"/>
            <a:ext cx="5107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Available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35582" y="2228850"/>
            <a:ext cx="1698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vehicle matching the guest's car class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333731" y="2828925"/>
            <a:ext cx="285750" cy="2857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3" name="Text 20"/>
          <p:cNvSpPr/>
          <p:nvPr/>
        </p:nvSpPr>
        <p:spPr>
          <a:xfrm>
            <a:off x="3333731" y="28289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counter(step-counter)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733781" y="2800350"/>
            <a:ext cx="3600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Liaison Officer and Control Room instantly see the new vehicle details on their dashboards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619981" y="0"/>
            <a:ext cx="1523991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7848581" y="1294581"/>
            <a:ext cx="1066791" cy="542925"/>
          </a:xfrm>
          <a:prstGeom prst="rect">
            <a:avLst/>
          </a:prstGeom>
          <a:noFill/>
          <a:ln/>
        </p:spPr>
        <p:txBody>
          <a:bodyPr wrap="none" lIns="0" tIns="0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SPEED &amp; SYNC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48581" y="1951806"/>
            <a:ext cx="1066791" cy="246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entire reassignment takes less than 60 seconds, ensuring the guest is not left waiting and all teams stay perfectly synchronized without a single phone call.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2420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38124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Five habits for operational success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24241" y="1052810"/>
            <a:ext cx="228600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4291" y="1052810"/>
            <a:ext cx="4648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UPDATE IMMEDIATELY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24291" y="1283196"/>
            <a:ext cx="46482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Don't wait until the end of your shift to log status changes. Real-time updates prevent bottlenecks for the next team.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524241" y="1854696"/>
            <a:ext cx="228600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24291" y="1854696"/>
            <a:ext cx="4648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READ THE NOTES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24291" y="2085082"/>
            <a:ext cx="46482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Always check the guest profile notes for special requests or last-minute changes before acting.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524241" y="2656582"/>
            <a:ext cx="228600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24291" y="2656582"/>
            <a:ext cx="4648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DON'T SHARE LOGINS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24291" y="2886968"/>
            <a:ext cx="46482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Every action is logged to your name. If someone needs access, direct them to the Admin.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524241" y="3458468"/>
            <a:ext cx="228600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24291" y="3458468"/>
            <a:ext cx="4648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WATCH THE BELL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924291" y="3688854"/>
            <a:ext cx="46482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Acknowledge notifications promptly so the Control Room knows you saw them.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524241" y="4088904"/>
            <a:ext cx="228600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924291" y="4088904"/>
            <a:ext cx="4648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TRUST THE SYSTEM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924291" y="4319290"/>
            <a:ext cx="46482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the system says a car class is wrong, it is wrong. Don't bypass it without Admin approval.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2666991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24203" y="571500"/>
            <a:ext cx="14288" cy="457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2381241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to Do If Something Looks Wrong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565877"/>
            <a:ext cx="238124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Troubleshooting steps and escalation paths for common system or data issues.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524241" y="1082278"/>
            <a:ext cx="5048259" cy="80188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Shape 5"/>
          <p:cNvSpPr/>
          <p:nvPr/>
        </p:nvSpPr>
        <p:spPr>
          <a:xfrm>
            <a:off x="3524241" y="1082278"/>
            <a:ext cx="28575" cy="80188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Text 6"/>
          <p:cNvSpPr/>
          <p:nvPr/>
        </p:nvSpPr>
        <p:spPr>
          <a:xfrm>
            <a:off x="3695691" y="1196578"/>
            <a:ext cx="47625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MISSING GUEST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95691" y="1426964"/>
            <a:ext cx="47625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 with Admin. Data syncs from EventsAir every 15 minutes. The guest may not be registered yet.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24241" y="2112764"/>
            <a:ext cx="5048259" cy="6304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2" name="Shape 9"/>
          <p:cNvSpPr/>
          <p:nvPr/>
        </p:nvSpPr>
        <p:spPr>
          <a:xfrm>
            <a:off x="3524241" y="2112764"/>
            <a:ext cx="28575" cy="63043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3" name="Text 10"/>
          <p:cNvSpPr/>
          <p:nvPr/>
        </p:nvSpPr>
        <p:spPr>
          <a:xfrm>
            <a:off x="3695691" y="2227064"/>
            <a:ext cx="47625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WRONG CAR CLASS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95691" y="2457450"/>
            <a:ext cx="4762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Do not assign a vehicle.</a:t>
            </a: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Contact Admin to update the profile before proceeding.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524241" y="2971800"/>
            <a:ext cx="5048259" cy="80188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6" name="Shape 13"/>
          <p:cNvSpPr/>
          <p:nvPr/>
        </p:nvSpPr>
        <p:spPr>
          <a:xfrm>
            <a:off x="3524241" y="2971800"/>
            <a:ext cx="28575" cy="80188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7" name="Text 14"/>
          <p:cNvSpPr/>
          <p:nvPr/>
        </p:nvSpPr>
        <p:spPr>
          <a:xfrm>
            <a:off x="3695691" y="3086100"/>
            <a:ext cx="47625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FLIGHT NOT FOUND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95691" y="3316486"/>
            <a:ext cx="47625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flight tracker might not have data for charter or private flights. Escalate to the Control Room.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524241" y="4002286"/>
            <a:ext cx="5048259" cy="63043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0" name="Shape 17"/>
          <p:cNvSpPr/>
          <p:nvPr/>
        </p:nvSpPr>
        <p:spPr>
          <a:xfrm>
            <a:off x="3524241" y="4002286"/>
            <a:ext cx="28575" cy="63043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1" name="Text 18"/>
          <p:cNvSpPr/>
          <p:nvPr/>
        </p:nvSpPr>
        <p:spPr>
          <a:xfrm>
            <a:off x="3695691" y="4116586"/>
            <a:ext cx="47625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SYSTEM FROZEN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95691" y="4346972"/>
            <a:ext cx="4762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Refresh your browser. If the issue persists, contact IT Support immediately.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09586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Summary: Your Role, Your Responsibility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17259"/>
            <a:ext cx="5095866" cy="551464"/>
          </a:xfrm>
          <a:prstGeom prst="rect">
            <a:avLst/>
          </a:prstGeom>
          <a:noFill/>
          <a:ln/>
        </p:spPr>
        <p:txBody>
          <a:bodyPr wrap="square" lIns="0" tIns="0" rIns="0" bIns="204089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Hospitality System only works if everyone does their part. Your actions directly impact the teams downstream.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4375" y="1911623"/>
            <a:ext cx="22621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AIRPORT TEAM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4375" y="2142009"/>
            <a:ext cx="22621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Accurate inbound status updates trigger the rest of the chain. You are the starting point.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405169" y="1911623"/>
            <a:ext cx="22621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TRANSPORT TEAM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05169" y="2142009"/>
            <a:ext cx="226219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Proper vehicle assignment ensures VIPs get the right car and the hotel knows who is arriving.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4375" y="2942109"/>
            <a:ext cx="22621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HOTEL TEAM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4375" y="3172495"/>
            <a:ext cx="22621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Prompt check-ins clear the active queue and inform the Control Room that the journey is complete.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05169" y="2942109"/>
            <a:ext cx="22621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LIAISON OFFICERS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05169" y="3172495"/>
            <a:ext cx="226219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Stay informed through your dashboard and guide the guests smoothly without needing constant phone calls.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381741" y="2291721"/>
            <a:ext cx="2476481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81741" y="2737479"/>
            <a:ext cx="24764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Accurate, timely updates are the key to a flawless Annual Meetings experience for our VIP guests.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50314"/>
            <a:ext cx="4952991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Questions?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1624673"/>
            <a:ext cx="4952991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 are here to help ensure a smooth event.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71525" y="2401891"/>
            <a:ext cx="475296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IT SUPPORT (SYSTEM ISSUES)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1525" y="2666209"/>
            <a:ext cx="4752966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Ext. 1001 | itsupport@isdb.org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1525" y="3075189"/>
            <a:ext cx="475296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CONTROL ROOM (OPERATIONS)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1525" y="3339508"/>
            <a:ext cx="4752966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Ext. 2000 | Radio Channel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1525" y="3748487"/>
            <a:ext cx="475296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SYSTEM ADMIN (DATA/ACCESS)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1525" y="4012806"/>
            <a:ext cx="4752966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Ext. 1005 | admin@isdb.org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2026-06-09T04:21:45Z</dcterms:created>
  <dcterms:modified xsi:type="dcterms:W3CDTF">2026-06-09T04:21:45Z</dcterms:modified>
</cp:coreProperties>
</file>
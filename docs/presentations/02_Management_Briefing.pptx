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1627380"/>
            <a:ext cx="642937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IsDB Annual Meetings Hospitality System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357313" y="3196103"/>
            <a:ext cx="642937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spc="1" kern="0" dirty="0">
                <a:solidFill>
                  <a:srgbClr val="4A5568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Management Briefing &amp; Operational Readiness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591520" y="4543425"/>
            <a:ext cx="19609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ANNUAL MEETINGS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95960" y="571500"/>
            <a:ext cx="235208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57313" y="1351592"/>
            <a:ext cx="642937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The Annual Meetings Hospitality System is a centralized, real-time operational platform designed to orchestrate the end-to-end journey of VIP guests.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680567" y="2471710"/>
            <a:ext cx="3536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77B6">
                    <a:alpha val="8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14375" y="3100360"/>
            <a:ext cx="2286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Replaces siloed spreadsheets and manual communication with a unified, authoritative data source.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371975" y="2471710"/>
            <a:ext cx="400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77B6">
                    <a:alpha val="8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3429000" y="3100360"/>
            <a:ext cx="2286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Automates flight tracking and enforces business rules for vehicle dispatching and car class assignments.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091958" y="2471710"/>
            <a:ext cx="38933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77B6">
                    <a:alpha val="8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6143625" y="3100360"/>
            <a:ext cx="22860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Provides the Control Room with a live, 360-degree view of all ground operations for proactive decision-making.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28925" y="571500"/>
            <a:ext cx="34861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Old Way vs. The New Way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14375" y="1494467"/>
            <a:ext cx="3471863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Old Way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4375" y="1989172"/>
            <a:ext cx="3471863" cy="411435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Manual flight tracking via public websites, leading to missed delays.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14375" y="2572057"/>
            <a:ext cx="3471863" cy="411435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Constant radio and WhatsApp chatter required for basic status updates.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14375" y="3154942"/>
            <a:ext cx="3471863" cy="411435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Static spreadsheets that become outdated the moment they are printed.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14375" y="3737828"/>
            <a:ext cx="3471863" cy="411435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risk of miscommunication resulting in VIP delays at the airport.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14375" y="1989172"/>
            <a:ext cx="10537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14375" y="2572057"/>
            <a:ext cx="10537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4375" y="3154942"/>
            <a:ext cx="10537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14375" y="3737828"/>
            <a:ext cx="10537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57763" y="1494467"/>
            <a:ext cx="3471863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New Way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57763" y="1989172"/>
            <a:ext cx="3471863" cy="411435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API integration with Aviationstack for real-time flight data.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57763" y="2572057"/>
            <a:ext cx="3471863" cy="411435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Instant system notifications and dashboard updates across all roles.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57763" y="3154942"/>
            <a:ext cx="3471863" cy="411435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Single source of truth continuously synchronized with EventsAir.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57763" y="3737828"/>
            <a:ext cx="3471863" cy="411435"/>
          </a:xfrm>
          <a:prstGeom prst="rect">
            <a:avLst/>
          </a:prstGeom>
          <a:noFill/>
          <a:ln/>
        </p:spPr>
        <p:txBody>
          <a:bodyPr wrap="squar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Proactive management capabilities and a complete operational audit trail.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0" y="1494467"/>
            <a:ext cx="7144" cy="282624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4957763" y="1989172"/>
            <a:ext cx="10537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077B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57763" y="2572057"/>
            <a:ext cx="10537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077B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957763" y="3154942"/>
            <a:ext cx="10537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077B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57763" y="3737828"/>
            <a:ext cx="10537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077B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—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44180" y="571500"/>
            <a:ext cx="2255639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Business Value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00200" y="1494467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Visibility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743325" y="1494467"/>
            <a:ext cx="40433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Eliminates blind spots by providing the Control Room and operational teams with live updates on flight statuses, vehicle locations, and guest progress from airport to hotel.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600200" y="239737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Automated Coordination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743325" y="2397370"/>
            <a:ext cx="40433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Reduces manual communication overhead. When a flight lands or a vehicle is assigned, the system instantly notifies the relevant downstream teams without requiring a single phone call.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600200" y="3300273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Complete Auditability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743325" y="3300273"/>
            <a:ext cx="40433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status change, vehicle assignment, and alert acknowledgment is logged with a timestamp and user ID, ensuring accountability and enabling post-event performance analysis.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66517" y="571500"/>
            <a:ext cx="2010966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Coverage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1122992" y="1780217"/>
            <a:ext cx="57150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0077B6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67" y="1951667"/>
            <a:ext cx="2857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8172" y="2523167"/>
            <a:ext cx="54113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Airport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14375" y="2846422"/>
            <a:ext cx="13887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flight tracking and arrivals management.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2704607" y="1780217"/>
            <a:ext cx="57150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0077B6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057" y="1951667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18882" y="2523167"/>
            <a:ext cx="7429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2295990" y="2846422"/>
            <a:ext cx="13887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Fleet management, car class enforcement, and dispatch.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4286222" y="1780217"/>
            <a:ext cx="57150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0077B6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672" y="1951667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75519" y="2523167"/>
            <a:ext cx="39290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Hotel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877605" y="2846422"/>
            <a:ext cx="13887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Arrivals queue monitoring and check-out coordination.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5867837" y="1780217"/>
            <a:ext cx="57150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0077B6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575" y="1951667"/>
            <a:ext cx="200025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884804" y="2523167"/>
            <a:ext cx="53756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Liaison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459220" y="2846422"/>
            <a:ext cx="13887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Personalized guest itineraries and escort information.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7449452" y="1780217"/>
            <a:ext cx="57150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0077B6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6615" y="1951667"/>
            <a:ext cx="257175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221745" y="2523167"/>
            <a:ext cx="102691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Control Room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7040835" y="2846422"/>
            <a:ext cx="13887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Global operational overview and critical alert monitoring.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68241" y="571500"/>
            <a:ext cx="3007519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Integration Strategy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306" y="1506968"/>
            <a:ext cx="385763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95810" y="2060609"/>
            <a:ext cx="89475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EventsAir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000125" y="2441014"/>
            <a:ext cx="32861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authoritative source for guest registration, profiles, and itinerary data.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000125" y="3098239"/>
            <a:ext cx="3286125" cy="205718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Synchronizes automatically every 15 minutes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000125" y="3418256"/>
            <a:ext cx="3286125" cy="205718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Pulls travel bookings and hotel allocations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000125" y="3738274"/>
            <a:ext cx="3286125" cy="205718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Automatically filters out cancelled registrations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00125" y="4058292"/>
            <a:ext cx="3286125" cy="205718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Maintains a complete, up-to-date guest directory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3126814"/>
            <a:ext cx="114300" cy="182863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446831"/>
            <a:ext cx="114300" cy="182863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3766849"/>
            <a:ext cx="114300" cy="182863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4086867"/>
            <a:ext cx="114300" cy="182863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1506968"/>
            <a:ext cx="428625" cy="3429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873948" y="2060609"/>
            <a:ext cx="1253728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Aviationstack</a:t>
            </a:r>
            <a:endParaRPr lang="en-US" sz="1400" dirty="0"/>
          </a:p>
        </p:txBody>
      </p:sp>
      <p:sp>
        <p:nvSpPr>
          <p:cNvPr id="17" name="Text 8"/>
          <p:cNvSpPr/>
          <p:nvPr/>
        </p:nvSpPr>
        <p:spPr>
          <a:xfrm>
            <a:off x="4857750" y="2441014"/>
            <a:ext cx="32861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real-time engine for global flight tracking and status updates.</a:t>
            </a:r>
            <a:endParaRPr lang="en-US" sz="950" dirty="0"/>
          </a:p>
        </p:txBody>
      </p:sp>
      <p:sp>
        <p:nvSpPr>
          <p:cNvPr id="18" name="Text 9"/>
          <p:cNvSpPr/>
          <p:nvPr/>
        </p:nvSpPr>
        <p:spPr>
          <a:xfrm>
            <a:off x="4857750" y="3098239"/>
            <a:ext cx="3286125" cy="205718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API connection for real-time flight data</a:t>
            </a:r>
            <a:endParaRPr lang="en-US" sz="950" dirty="0"/>
          </a:p>
        </p:txBody>
      </p:sp>
      <p:sp>
        <p:nvSpPr>
          <p:cNvPr id="19" name="Text 10"/>
          <p:cNvSpPr/>
          <p:nvPr/>
        </p:nvSpPr>
        <p:spPr>
          <a:xfrm>
            <a:off x="4857750" y="3418256"/>
            <a:ext cx="3286125" cy="205718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Tracks delays, cancellations, and estimated arrivals</a:t>
            </a:r>
            <a:endParaRPr lang="en-US" sz="950" dirty="0"/>
          </a:p>
        </p:txBody>
      </p:sp>
      <p:sp>
        <p:nvSpPr>
          <p:cNvPr id="20" name="Text 11"/>
          <p:cNvSpPr/>
          <p:nvPr/>
        </p:nvSpPr>
        <p:spPr>
          <a:xfrm>
            <a:off x="4857750" y="3738274"/>
            <a:ext cx="3286125" cy="205718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Triggers automated alerts for the Control Room</a:t>
            </a:r>
            <a:endParaRPr lang="en-US" sz="950" dirty="0"/>
          </a:p>
        </p:txBody>
      </p:sp>
      <p:sp>
        <p:nvSpPr>
          <p:cNvPr id="21" name="Text 12"/>
          <p:cNvSpPr/>
          <p:nvPr/>
        </p:nvSpPr>
        <p:spPr>
          <a:xfrm>
            <a:off x="4857750" y="4058292"/>
            <a:ext cx="3286125" cy="205718"/>
          </a:xfrm>
          <a:prstGeom prst="rect">
            <a:avLst/>
          </a:prstGeom>
          <a:noFill/>
          <a:ln/>
        </p:spPr>
        <p:txBody>
          <a:bodyPr wrap="none" lIns="272161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Updates the Airport Team's Flight Board instantly</a:t>
            </a:r>
            <a:endParaRPr lang="en-US" sz="9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3126814"/>
            <a:ext cx="114300" cy="182863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3446831"/>
            <a:ext cx="114300" cy="182863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3766849"/>
            <a:ext cx="114300" cy="182863"/>
          </a:xfrm>
          <a:prstGeom prst="rect">
            <a:avLst/>
          </a:prstGeom>
        </p:spPr>
      </p:pic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0" y="4086867"/>
            <a:ext cx="114300" cy="1828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26296" y="571500"/>
            <a:ext cx="2691408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Operational Readiness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00125" y="1678418"/>
            <a:ext cx="58578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77B6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COMPLETE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000125" y="1855226"/>
            <a:ext cx="3357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Deployment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0125" y="2198126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Version 4.1.0 successfully deployed to Production. A separate UAT environment remains available for ongoing team training without affecting live data.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786313" y="1678418"/>
            <a:ext cx="503634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77B6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VERIFIED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86313" y="1855226"/>
            <a:ext cx="3357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86313" y="2198126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EventsAir synchronization and Aviationstack real-time flight tracking have been thoroughly tested, verified, and are operating stably.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00125" y="3427856"/>
            <a:ext cx="71437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77B6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000125" y="3604664"/>
            <a:ext cx="3357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Team Training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0125" y="3947564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Role-specific training sessions are scheduled. Comprehensive training materials and presentations have been prepared for all operational roles.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786313" y="3427856"/>
            <a:ext cx="47684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77B6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DEFINED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786313" y="3604664"/>
            <a:ext cx="3357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Support Structure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86313" y="3947564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Clear escalation paths have been established, with dedicated IT Support for system issues and the Control Room managing operational exceptions.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34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27239" y="571500"/>
            <a:ext cx="1889522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Success Metrics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594842" y="1351592"/>
            <a:ext cx="5954316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Key Performance Indicators (KPIs) for measuring system success during the event.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279749" y="2054526"/>
            <a:ext cx="72687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77B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Zero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2093119" y="2626026"/>
            <a:ext cx="11001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1" kern="0" dirty="0">
                <a:solidFill>
                  <a:srgbClr val="1A365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VIP WAIT TIME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223367" y="2854626"/>
            <a:ext cx="28396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Vehicles assigned and ready before the flight lands.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88261" y="2054526"/>
            <a:ext cx="82510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77B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100%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5867698" y="2626026"/>
            <a:ext cx="12662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1" kern="0" dirty="0">
                <a:solidFill>
                  <a:srgbClr val="1A365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ACCURACY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946154" y="2854626"/>
            <a:ext cx="310931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manual overrides required for car class assignments.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189559" y="3476132"/>
            <a:ext cx="9072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77B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99.9%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2041327" y="4047632"/>
            <a:ext cx="12037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1" kern="0" dirty="0">
                <a:solidFill>
                  <a:srgbClr val="1A365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SYSTEM UPTIME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09067" y="4276232"/>
            <a:ext cx="30682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 availability during the 5-day event window.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23062" y="3476132"/>
            <a:ext cx="11555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0077B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&lt; 5 Min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5873948" y="4047632"/>
            <a:ext cx="12537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1" kern="0" dirty="0">
                <a:solidFill>
                  <a:srgbClr val="1A365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RAPID HANDOFF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57750" y="4276232"/>
            <a:ext cx="3286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between "Received by Embassy" and "Vehicle Assigned".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05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6340" y="571500"/>
            <a:ext cx="199132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Future Roadmap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57313" y="1351592"/>
            <a:ext cx="642937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Potential enhancements for next year's Annual Meetings to further streamline operations.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1821656" y="2328835"/>
            <a:ext cx="14288" cy="276597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3"/>
          <p:cNvSpPr/>
          <p:nvPr/>
        </p:nvSpPr>
        <p:spPr>
          <a:xfrm>
            <a:off x="2171700" y="235741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Mobile App for Drivers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171700" y="2643160"/>
            <a:ext cx="29718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GPS tracking and direct dispatching to driver devices.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171700" y="3106052"/>
            <a:ext cx="4105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Automated Guest Notifications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71700" y="3391802"/>
            <a:ext cx="410587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Direct SMS or WhatsApp updates to guests regarding their vehicle status.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171700" y="3854695"/>
            <a:ext cx="4336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71700" y="4140445"/>
            <a:ext cx="433625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AI-driven vehicle allocation based on historical delay patterns and traffic data.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171700" y="4603338"/>
            <a:ext cx="41987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Multi-Event Support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171700" y="4889088"/>
            <a:ext cx="419873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Scaling the architecture to handle multiple concurrent IsDB events globally.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0795" y="1901689"/>
            <a:ext cx="5002411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A365D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Questions &amp; Discussion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070795" y="2921794"/>
            <a:ext cx="5002411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spc="1" kern="0" dirty="0">
                <a:solidFill>
                  <a:srgbClr val="4A5568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Thank you.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2026-06-09T05:08:28Z</dcterms:created>
  <dcterms:modified xsi:type="dcterms:W3CDTF">2026-06-09T05:08:28Z</dcterms:modified>
</cp:coreProperties>
</file>